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59"/>
  </p:normalViewPr>
  <p:slideViewPr>
    <p:cSldViewPr snapToGrid="0">
      <p:cViewPr>
        <p:scale>
          <a:sx n="64" d="100"/>
          <a:sy n="64" d="100"/>
        </p:scale>
        <p:origin x="5360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92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06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89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68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13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71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09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384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50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87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CCE66-00B7-454C-A4CA-9353BE8BB27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253C5-8C92-5A44-BE8F-E67FD9CFD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13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686699-E639-4630-67CB-A8993DBA0FFB}"/>
              </a:ext>
            </a:extLst>
          </p:cNvPr>
          <p:cNvSpPr/>
          <p:nvPr/>
        </p:nvSpPr>
        <p:spPr>
          <a:xfrm>
            <a:off x="0" y="9390743"/>
            <a:ext cx="6858000" cy="51684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fik 15">
            <a:extLst>
              <a:ext uri="{FF2B5EF4-FFF2-40B4-BE49-F238E27FC236}">
                <a16:creationId xmlns:a16="http://schemas.microsoft.com/office/drawing/2014/main" id="{13FD2F7A-AE69-4587-2F55-0467C6B39B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17" y="3814831"/>
            <a:ext cx="5714365" cy="535495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6AB736-5B87-A189-E8DB-26BD1B9EF730}"/>
              </a:ext>
            </a:extLst>
          </p:cNvPr>
          <p:cNvSpPr txBox="1"/>
          <p:nvPr/>
        </p:nvSpPr>
        <p:spPr>
          <a:xfrm>
            <a:off x="1534890" y="9390743"/>
            <a:ext cx="378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>
                    <a:lumMod val="95000"/>
                  </a:schemeClr>
                </a:solidFill>
                <a:latin typeface="LMMono10" panose="02000503020200000004" pitchFamily="2" charset="77"/>
                <a:cs typeface="LMMono10" panose="02000503020200000004" pitchFamily="2" charset="77"/>
              </a:defRPr>
            </a:lvl1pPr>
          </a:lstStyle>
          <a:p>
            <a:r>
              <a:rPr lang="en-GB" sz="2000" dirty="0">
                <a:solidFill>
                  <a:schemeClr val="bg1"/>
                </a:solidFill>
              </a:rPr>
              <a:t>Saullo G. P. Castro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484E1-71D7-803C-B7D3-571B42CA4396}"/>
              </a:ext>
            </a:extLst>
          </p:cNvPr>
          <p:cNvSpPr/>
          <p:nvPr/>
        </p:nvSpPr>
        <p:spPr>
          <a:xfrm>
            <a:off x="0" y="-1"/>
            <a:ext cx="6858000" cy="17181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9CCB2-0D59-65E4-B626-4D69284EC464}"/>
              </a:ext>
            </a:extLst>
          </p:cNvPr>
          <p:cNvSpPr txBox="1"/>
          <p:nvPr/>
        </p:nvSpPr>
        <p:spPr>
          <a:xfrm>
            <a:off x="847884" y="147513"/>
            <a:ext cx="51622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1">
                    <a:lumMod val="95000"/>
                  </a:schemeClr>
                </a:solidFill>
                <a:latin typeface="LMMono10" panose="02000503020200000004" pitchFamily="2" charset="77"/>
                <a:cs typeface="LMMono10" panose="02000503020200000004" pitchFamily="2" charset="77"/>
              </a:rPr>
              <a:t>Semi-Analytical Modelling of Thin-Walled Structures: Theory and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E72E4-4B77-1E4C-4083-AADA65571C86}"/>
              </a:ext>
            </a:extLst>
          </p:cNvPr>
          <p:cNvSpPr txBox="1"/>
          <p:nvPr/>
        </p:nvSpPr>
        <p:spPr>
          <a:xfrm>
            <a:off x="1534889" y="2042984"/>
            <a:ext cx="378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>
                    <a:lumMod val="95000"/>
                  </a:schemeClr>
                </a:solidFill>
                <a:latin typeface="LMMono10" panose="02000503020200000004" pitchFamily="2" charset="77"/>
                <a:cs typeface="LMMono10" panose="02000503020200000004" pitchFamily="2" charset="77"/>
              </a:defRPr>
            </a:lvl1pPr>
          </a:lstStyle>
          <a:p>
            <a:r>
              <a:rPr lang="en-GB" sz="2000" dirty="0">
                <a:solidFill>
                  <a:schemeClr val="tx1"/>
                </a:solidFill>
              </a:rPr>
              <a:t>2026 Edition</a:t>
            </a:r>
          </a:p>
        </p:txBody>
      </p:sp>
    </p:spTree>
    <p:extLst>
      <p:ext uri="{BB962C8B-B14F-4D97-AF65-F5344CB8AC3E}">
        <p14:creationId xmlns:p14="http://schemas.microsoft.com/office/powerpoint/2010/main" val="100663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17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LMMono10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Saullo Giovani Pereira Castro</dc:creator>
  <cp:lastModifiedBy>Saullo Giovani Pereira Castro</cp:lastModifiedBy>
  <cp:revision>5</cp:revision>
  <dcterms:created xsi:type="dcterms:W3CDTF">2026-03-24T07:58:45Z</dcterms:created>
  <dcterms:modified xsi:type="dcterms:W3CDTF">2026-03-24T13:27:16Z</dcterms:modified>
</cp:coreProperties>
</file>